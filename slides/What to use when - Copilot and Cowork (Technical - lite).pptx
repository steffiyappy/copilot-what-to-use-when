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365/copilot/researcher-agent" TargetMode="External"/><Relationship Id="rId6" Type="http://schemas.openxmlformats.org/officeDocument/2006/relationships/hyperlink" Target="https://learn.microsoft.com/en-us/copilot/agents" TargetMode="External"/><Relationship Id="rId7" Type="http://schemas.openxmlformats.org/officeDocument/2006/relationships/hyperlink" Target="https://support.microsoft.com/en-us/microsoft-365-copilot/schedule-your-most-used-copilot-prompts" TargetMode="External"/><Relationship Id="rId8" Type="http://schemas.openxmlformats.org/officeDocument/2006/relationships/hyperlink" Target="https://adoption.microsoft.com/en-us/copilot/cowork/ai-user/" TargetMode="External"/><Relationship Id="rId9" Type="http://schemas.openxmlformats.org/officeDocument/2006/relationships/hyperlink" Target="https://adoption.microsoft.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F5F7FF"/>
                </a:solidFill>
                <a:latin typeface="Segoe UI"/>
              </a:rPr>
              <a:t>Microsoft 365 Copilot &amp; Cowork: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a:t>
            </a:r>
          </a:p>
        </p:txBody>
      </p:sp>
      <p:sp>
        <p:nvSpPr>
          <p:cNvPr id="4" name="Oval 3"/>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The two tools 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What should I use for each task?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Proactive daily briefing before the workday starts</a:t>
            </a:r>
          </a:p>
          <a:p>
            <a:pPr>
              <a:spcAft>
                <a:spcPts val="500"/>
              </a:spcAft>
              <a:defRPr sz="13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Which Copilot for each app's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Scenarios by department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Before you ask Cowork to build it, check this order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square" lIns="73152" rIns="73152" tIns="36576">
            <a:spAutoFit/>
          </a:bodyPr>
          <a:lstStyle/>
          <a:p>
            <a:pPr>
              <a:spcAft>
                <a:spcPts val="500"/>
              </a:spcAft>
            </a:pPr>
            <a:r>
              <a:rPr sz="1200">
                <a:solidFill>
                  <a:srgbClr val="F5F7FF"/>
                </a:solidFill>
                <a:latin typeface="Segoe UI"/>
              </a:rPr>
              <a:t>• </a:t>
            </a:r>
            <a:r>
              <a:rPr sz="1200" u="sng">
                <a:solidFill>
                  <a:srgbClr val="00B7C3"/>
                </a:solidFill>
                <a:latin typeface="Segoe UI"/>
                <a:hlinkClick r:id="rId2"/>
              </a:rPr>
              <a:t>learn.microsoft.com/microsoft-365/copilot/which-copilot-for-your-organization</a:t>
            </a:r>
          </a:p>
          <a:p>
            <a:pPr>
              <a:spcAft>
                <a:spcPts val="500"/>
              </a:spcAft>
            </a:pPr>
            <a:r>
              <a:rPr sz="1200">
                <a:solidFill>
                  <a:srgbClr val="F5F7FF"/>
                </a:solidFill>
                <a:latin typeface="Segoe UI"/>
              </a:rPr>
              <a:t>• </a:t>
            </a:r>
            <a:r>
              <a:rPr sz="1200" u="sng">
                <a:solidFill>
                  <a:srgbClr val="00B7C3"/>
                </a:solidFill>
                <a:latin typeface="Segoe UI"/>
                <a:hlinkClick r:id="rId3"/>
              </a:rPr>
              <a:t>learn.microsoft.com/microsoft-365/copilot/cowork</a:t>
            </a:r>
          </a:p>
          <a:p>
            <a:pPr>
              <a:spcAft>
                <a:spcPts val="500"/>
              </a:spcAft>
            </a:pPr>
            <a:r>
              <a:rPr sz="1200">
                <a:solidFill>
                  <a:srgbClr val="F5F7FF"/>
                </a:solidFill>
                <a:latin typeface="Segoe UI"/>
              </a:rPr>
              <a:t>• </a:t>
            </a:r>
            <a:r>
              <a:rPr sz="1200" u="sng">
                <a:solidFill>
                  <a:srgbClr val="00B7C3"/>
                </a:solidFill>
                <a:latin typeface="Segoe UI"/>
                <a:hlinkClick r:id="rId4"/>
              </a:rPr>
              <a:t>learn.microsoft.com/microsoft-365/copilot/cowork/cowork-faq</a:t>
            </a:r>
          </a:p>
          <a:p>
            <a:pPr>
              <a:spcAft>
                <a:spcPts val="500"/>
              </a:spcAft>
            </a:pPr>
            <a:r>
              <a:rPr sz="1200">
                <a:solidFill>
                  <a:srgbClr val="F5F7FF"/>
                </a:solidFill>
                <a:latin typeface="Segoe UI"/>
              </a:rPr>
              <a:t>• </a:t>
            </a:r>
            <a:r>
              <a:rPr sz="1200" u="sng">
                <a:solidFill>
                  <a:srgbClr val="00B7C3"/>
                </a:solidFill>
                <a:latin typeface="Segoe UI"/>
                <a:hlinkClick r:id="rId5"/>
              </a:rPr>
              <a:t>learn.microsoft.com/microsoft-365/copilot/researcher-agent</a:t>
            </a:r>
          </a:p>
          <a:p>
            <a:pPr>
              <a:spcAft>
                <a:spcPts val="500"/>
              </a:spcAft>
            </a:pPr>
            <a:r>
              <a:rPr sz="1200">
                <a:solidFill>
                  <a:srgbClr val="F5F7FF"/>
                </a:solidFill>
                <a:latin typeface="Segoe UI"/>
              </a:rPr>
              <a:t>• </a:t>
            </a:r>
            <a:r>
              <a:rPr sz="1200" u="sng">
                <a:solidFill>
                  <a:srgbClr val="00B7C3"/>
                </a:solidFill>
                <a:latin typeface="Segoe UI"/>
                <a:hlinkClick r:id="rId6"/>
              </a:rPr>
              <a:t>learn.microsoft.com/copilot/agents</a:t>
            </a:r>
          </a:p>
          <a:p>
            <a:pPr>
              <a:spcAft>
                <a:spcPts val="500"/>
              </a:spcAft>
            </a:pPr>
            <a:r>
              <a:rPr sz="1200">
                <a:solidFill>
                  <a:srgbClr val="F5F7FF"/>
                </a:solidFill>
                <a:latin typeface="Segoe UI"/>
              </a:rPr>
              <a:t>• </a:t>
            </a:r>
            <a:r>
              <a:rPr sz="1200" u="sng">
                <a:solidFill>
                  <a:srgbClr val="00B7C3"/>
                </a:solidFill>
                <a:latin typeface="Segoe UI"/>
                <a:hlinkClick r:id="rId7"/>
              </a:rPr>
              <a:t>support.microsoft.com/microsoft-365-copilot/schedule-your-most-used-copilot-prompts</a:t>
            </a:r>
          </a:p>
          <a:p>
            <a:pPr>
              <a:spcAft>
                <a:spcPts val="500"/>
              </a:spcAft>
            </a:pPr>
            <a:r>
              <a:rPr sz="1200">
                <a:solidFill>
                  <a:srgbClr val="F5F7FF"/>
                </a:solidFill>
                <a:latin typeface="Segoe UI"/>
              </a:rPr>
              <a:t>• </a:t>
            </a:r>
            <a:r>
              <a:rPr sz="1200" u="sng">
                <a:solidFill>
                  <a:srgbClr val="00B7C3"/>
                </a:solidFill>
                <a:latin typeface="Segoe UI"/>
                <a:hlinkClick r:id="rId8"/>
              </a:rPr>
              <a:t>adoption.microsoft.com/copilot/cowork/ai-user</a:t>
            </a:r>
          </a:p>
          <a:p>
            <a:pPr>
              <a:spcAft>
                <a:spcPts val="500"/>
              </a:spcAft>
            </a:pPr>
            <a:r>
              <a:rPr sz="1200">
                <a:solidFill>
                  <a:srgbClr val="F5F7FF"/>
                </a:solidFill>
                <a:latin typeface="Segoe UI"/>
              </a:rPr>
              <a:t>• </a:t>
            </a:r>
            <a:r>
              <a:rPr sz="1200" u="sng">
                <a:solidFill>
                  <a:srgbClr val="00B7C3"/>
                </a:solidFill>
                <a:latin typeface="Segoe UI"/>
                <a:hlinkClick r:id="rId9"/>
              </a:rPr>
              <a:t>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