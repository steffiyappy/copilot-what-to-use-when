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Most tasks work in more than one place. This guide shows the quickest path for everyday work and where to graduate when things get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four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a:p>
            <a:pPr>
              <a:spcAft>
                <a:spcPts val="500"/>
              </a:spcAft>
              <a:defRPr sz="1300">
                <a:solidFill>
                  <a:srgbClr val="F5F7FF"/>
                </a:solidFill>
                <a:latin typeface="Segoe UI"/>
              </a:defRPr>
            </a:pPr>
            <a:r>
              <a:t>• Microsoft Copilot Studio</a:t>
            </a:r>
          </a:p>
          <a:p>
            <a:pPr>
              <a:spcAft>
                <a:spcPts val="500"/>
              </a:spcAft>
              <a:defRPr sz="1300">
                <a:solidFill>
                  <a:srgbClr val="F5F7FF"/>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A small, content-focused Q&amp;A bot for yourself or a small team (for example: answer questions from a team SharePoint)</a:t>
            </a:r>
          </a:p>
          <a:p>
            <a:pPr>
              <a:spcAft>
                <a:spcPts val="500"/>
              </a:spcAft>
              <a:defRPr sz="1300">
                <a:solidFill>
                  <a:srgbClr val="F5F7FF"/>
                </a:solidFill>
                <a:latin typeface="Segoe UI"/>
              </a:defRPr>
            </a:pPr>
            <a:r>
              <a:t>• A repeated, role-specific process for a whole department or external customers (for example: dealer onboarding, customer service, IT helpdesk triage, sales assistant on CRM)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Internal helpdesk triage</a:t>
            </a:r>
          </a:p>
          <a:p>
            <a:pPr>
              <a:spcAft>
                <a:spcPts val="500"/>
              </a:spcAft>
              <a:defRPr sz="1300">
                <a:solidFill>
                  <a:srgbClr val="F5F7FF"/>
                </a:solidFill>
                <a:latin typeface="Segoe UI"/>
              </a:defRPr>
            </a:pPr>
            <a:r>
              <a:t>• Supplier and inventory risk</a:t>
            </a:r>
          </a:p>
          <a:p>
            <a:pPr>
              <a:spcAft>
                <a:spcPts val="500"/>
              </a:spcAft>
              <a:defRPr sz="1300">
                <a:solidFill>
                  <a:srgbClr val="F5F7FF"/>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building your own agent,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Building should be the last step, not the first.</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a:p>
            <a:pPr>
              <a:spcAft>
                <a:spcPts val="500"/>
              </a:spcAft>
              <a:defRPr sz="1300">
                <a:solidFill>
                  <a:srgbClr val="F5F7FF"/>
                </a:solidFill>
                <a:latin typeface="Segoe UI"/>
              </a:defRPr>
            </a:pPr>
            <a:r>
              <a:t>• Use Agent Builder or Copilot Studio</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learn.microsoft.com/microsoft-copilot-studio/fundamentals-what-is-copilot-studio</a:t>
            </a:r>
          </a:p>
          <a:p>
            <a:pPr>
              <a:spcAft>
                <a:spcPts val="500"/>
              </a:spcAft>
              <a:defRPr sz="1200">
                <a:solidFill>
                  <a:srgbClr val="F5F7FF"/>
                </a:solidFill>
                <a:latin typeface="Segoe UI"/>
              </a:defRPr>
            </a:pPr>
            <a:r>
              <a:t>• learn.microsoft.com/microsoft-365/copilot/extensibility/copilot-studio-experience</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learn.microsoft.com/microsoft-scout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