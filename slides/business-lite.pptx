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Business lite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772400" cy="10058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3600" b="1">
                <a:solidFill>
                  <a:srgbClr val="1B1B2C"/>
                </a:solidFill>
                <a:latin typeface="Segoe UI"/>
              </a:rPr>
              <a:t>Microsoft 365 Copilot and Cowork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148840"/>
            <a:ext cx="7315200" cy="640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600" b="0">
                <a:solidFill>
                  <a:srgbClr val="5F667C"/>
                </a:solidFill>
                <a:latin typeface="Segoe UI"/>
              </a:rPr>
              <a:t>A simpler guide focused on everyday Copilot and the AI coworker that takes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22402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64008" cy="100584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335584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Choose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685031"/>
            <a:ext cx="19659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Pick by audience and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246120"/>
            <a:ext cx="22402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3246120"/>
            <a:ext cx="64008" cy="100584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335584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3685031"/>
            <a:ext cx="19659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the smallest sufficient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3246120"/>
            <a:ext cx="22402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3246120"/>
            <a:ext cx="64008" cy="100584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335584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3685031"/>
            <a:ext cx="19659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Move from answer to outcome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Section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700" b="1">
                <a:solidFill>
                  <a:srgbClr val="1B1B2C"/>
                </a:solidFill>
                <a:latin typeface="Segoe UI"/>
              </a:rPr>
              <a:t>01.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Microsoft 365 Copilot is the everyday AI assistant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Cowork is the AI coworker that does the work from one prompt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Copilot is best when you want help in a file or chat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Cowork is best when the task spans apps and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50876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64008" cy="86868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031" y="161848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1031" y="194767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Copilot in chat or the app when that is enough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60604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2606040"/>
            <a:ext cx="64008" cy="86868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1031" y="271576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Scale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304495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Bring in ready agents or Cowork as the job grows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70332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3703320"/>
            <a:ext cx="64008" cy="86868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381304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Stay in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4142231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Keep approvals clear when actions are involved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Section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700" b="1">
                <a:solidFill>
                  <a:srgbClr val="1B1B2C"/>
                </a:solidFill>
                <a:latin typeface="Segoe UI"/>
              </a:rPr>
              <a:t>02. Pick by 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Use chat for quick questions, brainstorms, and short replies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Use in-app Copilot when the file or thread is already open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Use Researcher or Analyst for deeper work with citations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Use Cowork when you need send, schedule, create, and post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50876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64008" cy="86868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031" y="161848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1031" y="194767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Copilot in chat or the app when that is enough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60604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2606040"/>
            <a:ext cx="64008" cy="86868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1031" y="271576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Scale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304495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Bring in ready agents or Cowork as the job grows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70332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3703320"/>
            <a:ext cx="64008" cy="86868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381304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Stay in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4142231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Keep approvals clear when actions are involved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Section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700" b="1">
                <a:solidFill>
                  <a:srgbClr val="1B1B2C"/>
                </a:solidFill>
                <a:latin typeface="Segoe UI"/>
              </a:rPr>
              <a:t>03. Same app, different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Excel and Word can use in-app help or deeper ready agents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Outlook and Teams can use in-app summaries or Cowork actions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PowerPoint can be polished in the app or built by Cowork from a brief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Pick by how much heavy lifting you 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50876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64008" cy="86868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031" y="161848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1031" y="194767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Copilot in chat or the app when that is enough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60604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2606040"/>
            <a:ext cx="64008" cy="86868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1031" y="271576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Scale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304495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Bring in ready agents or Cowork as the job grows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70332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3703320"/>
            <a:ext cx="64008" cy="86868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381304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Stay in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4142231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Keep approvals clear when actions are involved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Section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700" b="1">
                <a:solidFill>
                  <a:srgbClr val="1B1B2C"/>
                </a:solidFill>
                <a:latin typeface="Segoe UI"/>
              </a:rPr>
              <a:t>04. Ask Cowork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Give Cowork the outcome, inputs, and definition of done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Add constraints like audience, template, or length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Be clear about approval scope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A precise prompt reduces guessing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50876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64008" cy="86868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031" y="161848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1031" y="194767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Copilot in chat or the app when that is enough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60604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2606040"/>
            <a:ext cx="64008" cy="86868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1031" y="271576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Scale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304495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Bring in ready agents or Cowork as the job grows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70332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3703320"/>
            <a:ext cx="64008" cy="86868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381304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Stay in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4142231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Keep approvals clear when actions are involved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Section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700" b="1">
                <a:solidFill>
                  <a:srgbClr val="1B1B2C"/>
                </a:solidFill>
                <a:latin typeface="Segoe UI"/>
              </a:rPr>
              <a:t>05. Scenarios by department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Sales and finance often start in open files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Marketing and procurement often benefit from Cowork deliverables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Legal uses in-app Copilot for redlines and Researcher for context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The tools can work together across a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50876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64008" cy="86868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031" y="161848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1031" y="194767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Copilot in chat or the app when that is enough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60604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2606040"/>
            <a:ext cx="64008" cy="86868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1031" y="271576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Scale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304495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Bring in ready agents or Cowork as the job grows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70332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3703320"/>
            <a:ext cx="64008" cy="86868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381304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Stay in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4142231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Keep approvals clear when actions are involved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200" b="1">
                <a:solidFill>
                  <a:srgbClr val="0E8E92"/>
                </a:solidFill>
                <a:latin typeface="Segoe UI"/>
              </a:rPr>
              <a:t>Section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8638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2700" b="1">
                <a:solidFill>
                  <a:srgbClr val="1B1B2C"/>
                </a:solidFill>
                <a:latin typeface="Segoe UI"/>
              </a:rPr>
              <a:t>06. Before Cowork builds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17320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Save or schedule a repeatable prompt when that is enough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Check ready agents before you start a larger workflow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Use Cowork when the task needs several deliverables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B1B2C"/>
                </a:solidFill>
                <a:latin typeface="Segoe UI"/>
              </a:rPr>
              <a:t>• Keep approval points explicit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50876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64008" cy="868680"/>
          </a:xfrm>
          <a:prstGeom prst="rect">
            <a:avLst/>
          </a:prstGeom>
          <a:solidFill>
            <a:srgbClr val="0E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71031" y="161848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1031" y="194767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Use Copilot in chat or the app when that is enough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60604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440" y="2606040"/>
            <a:ext cx="64008" cy="868680"/>
          </a:xfrm>
          <a:prstGeom prst="rect">
            <a:avLst/>
          </a:prstGeom>
          <a:solidFill>
            <a:srgbClr val="1A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1031" y="271576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Scale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3044952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Bring in ready agents or Cowork as the job grows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703320"/>
            <a:ext cx="2560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6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3703320"/>
            <a:ext cx="64008" cy="868680"/>
          </a:xfrm>
          <a:prstGeom prst="rect">
            <a:avLst/>
          </a:prstGeom>
          <a:solidFill>
            <a:srgbClr val="3E8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381304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300" b="1">
                <a:solidFill>
                  <a:srgbClr val="1B1B2C"/>
                </a:solidFill>
                <a:latin typeface="Segoe UI"/>
              </a:rPr>
              <a:t>Stay in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4142231"/>
            <a:ext cx="2286000" cy="36575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r>
              <a:rPr sz="1100" b="0">
                <a:solidFill>
                  <a:srgbClr val="5F667C"/>
                </a:solidFill>
                <a:latin typeface="Segoe UI"/>
              </a:rPr>
              <a:t>Keep approvals clear when actions are involved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