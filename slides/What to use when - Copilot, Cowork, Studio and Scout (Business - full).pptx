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1B1B2C"/>
                </a:solidFill>
                <a:latin typeface="Segoe UI"/>
              </a:rPr>
              <a:t>Copilot, Cowork, Studio &amp; Scout: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5A6078"/>
                </a:solidFill>
                <a:latin typeface="Segoe UI"/>
              </a:rPr>
              <a:t>Most tasks work in more than one tool. This is the simplest way to pick the right one and graduate as the work gets bigger. Every claim is grounded in Microsoft Learn or microsoft.com, with links at the bottom.</a:t>
            </a:r>
          </a:p>
        </p:txBody>
      </p:sp>
      <p:sp>
        <p:nvSpPr>
          <p:cNvPr id="4" name="Oval 3"/>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Copilot Studio</a:t>
            </a:r>
          </a:p>
          <a:p>
            <a:pPr>
              <a:spcAft>
                <a:spcPts val="500"/>
              </a:spcAft>
              <a:defRPr sz="1300">
                <a:solidFill>
                  <a:srgbClr val="1B1B2C"/>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Pick by the job to be done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Same app, different power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these tools play together in real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Internal helpdesk triage</a:t>
            </a:r>
          </a:p>
          <a:p>
            <a:pPr>
              <a:spcAft>
                <a:spcPts val="500"/>
              </a:spcAft>
              <a:defRPr sz="1300">
                <a:solidFill>
                  <a:srgbClr val="1B1B2C"/>
                </a:solidFill>
                <a:latin typeface="Segoe UI"/>
              </a:defRPr>
            </a:pPr>
            <a:r>
              <a:t>• Supplier and inventory risk</a:t>
            </a:r>
          </a:p>
          <a:p>
            <a:pPr>
              <a:spcAft>
                <a:spcPts val="500"/>
              </a:spcAft>
              <a:defRPr sz="13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Check this order first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Building your own agent should be the last step, not the first.</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already cover it?</a:t>
            </a:r>
          </a:p>
          <a:p>
            <a:pPr>
              <a:spcAft>
                <a:spcPts val="500"/>
              </a:spcAft>
              <a:defRPr sz="1300">
                <a:solidFill>
                  <a:srgbClr val="1B1B2C"/>
                </a:solidFill>
                <a:latin typeface="Segoe UI"/>
              </a:defRPr>
            </a:pPr>
            <a:r>
              <a:t>• Agent Builder or Copilot Studio</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Simplest: Can a saved prompt do it?</a:t>
            </a:r>
          </a:p>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Microsoft Copilot Studio overview</a:t>
            </a:r>
          </a:p>
          <a:p>
            <a:pPr>
              <a:spcAft>
                <a:spcPts val="500"/>
              </a:spcAft>
              <a:defRPr sz="1200">
                <a:solidFill>
                  <a:srgbClr val="1B1B2C"/>
                </a:solidFill>
                <a:latin typeface="Segoe UI"/>
              </a:defRPr>
            </a:pPr>
            <a:r>
              <a:t>• LEARN Agent Builder vs Copilot Studio</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