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F5F7FF"/>
                </a:solidFill>
                <a:latin typeface="Segoe UI"/>
              </a:rPr>
              <a:t>Microsoft 365 Copilot &amp; Cowork: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AEB8E0"/>
                </a:solidFill>
                <a:latin typeface="Segoe UI"/>
              </a:rPr>
              <a:t>Microsoft 365 Copilot is your everyday AI assistant. Copilot Cowork is the AI coworker that does the work for you. This guide shows the quickest path for everyday work and when to bring Cowork in.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The two tools at a glance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What should I use for each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Proactive daily briefing before the workday starts</a:t>
            </a:r>
          </a:p>
          <a:p>
            <a:pPr>
              <a:spcAft>
                <a:spcPts val="500"/>
              </a:spcAft>
              <a:defRPr sz="1300">
                <a:solidFill>
                  <a:srgbClr val="F5F7FF"/>
                </a:solidFill>
                <a:latin typeface="Segoe UI"/>
              </a:defRPr>
            </a:pPr>
            <a:r>
              <a:t>• Run prompts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Which Copilot for each app's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How to ask Cowork well</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Scenarios by department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Before you ask Cowork to build it, check this order</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 medium,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medium</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References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support.microsoft.com/microsoft-365-copilot/schedule-your-most-used-copilot-prompts</a:t>
            </a:r>
          </a:p>
          <a:p>
            <a:pPr>
              <a:spcAft>
                <a:spcPts val="500"/>
              </a:spcAft>
              <a:defRPr sz="1200">
                <a:solidFill>
                  <a:srgbClr val="F5F7FF"/>
                </a:solidFill>
                <a:latin typeface="Segoe UI"/>
              </a:defRPr>
            </a:pPr>
            <a:r>
              <a:t>• adoption.microsoft.com/copilot/cowork/ai-user</a:t>
            </a:r>
          </a:p>
          <a:p>
            <a:pPr>
              <a:spcAft>
                <a:spcPts val="500"/>
              </a:spcAft>
              <a:defRPr sz="1200">
                <a:solidFill>
                  <a:srgbClr val="F5F7FF"/>
                </a:solidFill>
                <a:latin typeface="Segoe UI"/>
              </a:defRPr>
            </a:pPr>
            <a:r>
              <a:t>• adoption.microsoft.com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