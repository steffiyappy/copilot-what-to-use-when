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Microsoft 365 Copilot &amp; Cowork: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Microsoft 365 Copilot is your everyday AI assistant. Copilot Cowork is the AI coworker that does the work for you. This guide shows the quickest path for everyday work and when to bring Cowork in.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two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Proactive daily briefing before the workday starts</a:t>
            </a:r>
          </a:p>
          <a:p>
            <a:pPr>
              <a:spcAft>
                <a:spcPts val="500"/>
              </a:spcAft>
              <a:defRPr sz="1300">
                <a:solidFill>
                  <a:srgbClr val="F5F7FF"/>
                </a:solidFill>
                <a:latin typeface="Segoe UI"/>
              </a:defRPr>
            </a:pPr>
            <a:r>
              <a:t>• Run prompts on a recurring schedule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Contract redline against your playbook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RFP shortlist and evaluation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you ask Cowork to build it,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Lean on what is already there before you reach for a bigger tool.</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support.microsoft.com/microsoft-365-copilot/schedule-your-most-used-copilot-prompts</a:t>
            </a:r>
          </a:p>
          <a:p>
            <a:pPr>
              <a:spcAft>
                <a:spcPts val="500"/>
              </a:spcAft>
              <a:defRPr sz="1200">
                <a:solidFill>
                  <a:srgbClr val="F5F7FF"/>
                </a:solidFill>
                <a:latin typeface="Segoe UI"/>
              </a:defRPr>
            </a:pPr>
            <a:r>
              <a:t>• adoption.microsoft.com/copilot/cowork/ai-user</a:t>
            </a:r>
          </a:p>
          <a:p>
            <a:pPr>
              <a:spcAft>
                <a:spcPts val="500"/>
              </a:spcAft>
              <a:defRPr sz="1200">
                <a:solidFill>
                  <a:srgbClr val="F5F7FF"/>
                </a:solidFill>
                <a:latin typeface="Segoe UI"/>
              </a:defRPr>
            </a:pPr>
            <a:r>
              <a:t>• adoption.microsoft.com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