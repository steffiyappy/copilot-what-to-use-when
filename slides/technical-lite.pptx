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two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you ask Cowork to build it,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support.microsoft.com/microsoft-365-copilot/schedule-your-most-used-copilot-prompts</a:t>
            </a:r>
          </a:p>
          <a:p>
            <a:pPr>
              <a:spcAft>
                <a:spcPts val="500"/>
              </a:spcAft>
              <a:defRPr sz="1200">
                <a:solidFill>
                  <a:srgbClr val="F5F7FF"/>
                </a:solidFill>
                <a:latin typeface="Segoe UI"/>
              </a:defRPr>
            </a:pPr>
            <a:r>
              <a:t>• adoption.microsoft.com/copilot/cowork/ai-user</a:t>
            </a:r>
          </a:p>
          <a:p>
            <a:pPr>
              <a:spcAft>
                <a:spcPts val="500"/>
              </a:spcAft>
              <a:defRPr sz="1200">
                <a:solidFill>
                  <a:srgbClr val="F5F7FF"/>
                </a:solidFill>
                <a:latin typeface="Segoe UI"/>
              </a:defRPr>
            </a:pPr>
            <a:r>
              <a:t>• 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