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Business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77240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3600" b="1">
                <a:solidFill>
                  <a:srgbClr val="1B1B2C"/>
                </a:solidFill>
                <a:latin typeface="Segoe UI"/>
              </a:rPr>
              <a:t>Copilot, Cowork, Studio, and Scout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73152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0">
                <a:solidFill>
                  <a:srgbClr val="5F667C"/>
                </a:solidFill>
                <a:latin typeface="Segoe UI"/>
              </a:rPr>
              <a:t>A friendly guide to what to use when for business audiences.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64008" cy="100584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Choose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Pick by audience and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2461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3246120"/>
            <a:ext cx="64008" cy="100584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the smallest sufficient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246120"/>
            <a:ext cx="2240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3246120"/>
            <a:ext cx="64008" cy="100584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Move from answer to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01.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Copilot answers everyday questions in the flow of work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Cowork carries out work across Microsoft 365 with approval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Studio builds governed agents and agent flows for repeated processes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Scout is proactive and always on for signals that need 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02. Pick by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Use chat or in-app Copilot for quick asks and open 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Use Researcher or Analyst when work needs deeper reasoning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Use Cowork when one prompt should produce several deliverables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Use Studio or Scout only when the task needs that specific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03. Same app, different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Excel, Word, Outlook, PowerPoint, and Teams each have in-app help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Ready agents help when analysis needs citations or code-grounded working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Cowork can turn files, meetings, and messages into action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The right choice depends on where the work starts and how much action is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04. Ask Cowork 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State the outcome in one sentence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Name the inputs: people, files, sites, or time ranges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Define done: sent, saved, scheduled, or posted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Set constraints and approval scope before Cowork 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05. Scenarios by department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Sales uses Outlook, Excel, and Researcher for pipeline updates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Marketing uses Cowork for launch packs from a single input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Finance uses Analyst, then Cowork to compile a pack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Legal and procurement use in-app Copilot plus Researcher when traceability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E8E92"/>
                </a:solidFill>
                <a:latin typeface="Segoe UI"/>
              </a:rP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B1B2C"/>
                </a:solidFill>
                <a:latin typeface="Segoe UI"/>
              </a:rPr>
              <a:t>06. Before you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512064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First try a saved or scheduled prompt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Then check ready Microsoft agents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Use Cowork for full on-demand processes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B1B2C"/>
                </a:solidFill>
                <a:latin typeface="Segoe UI"/>
              </a:rPr>
              <a:t>• Build a new agent only when the existing options do not fit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6440" y="150876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6440" y="1508760"/>
            <a:ext cx="64008" cy="868680"/>
          </a:xfrm>
          <a:prstGeom prst="rect">
            <a:avLst/>
          </a:prstGeom>
          <a:solidFill>
            <a:srgbClr val="0E8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71031" y="161848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Start small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71031" y="194767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Use Copilot in chat or the app when that is enough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260604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06440" y="2606040"/>
            <a:ext cx="64008" cy="868680"/>
          </a:xfrm>
          <a:prstGeom prst="rect">
            <a:avLst/>
          </a:prstGeom>
          <a:solidFill>
            <a:srgbClr val="1A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71031" y="27157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Scale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1031" y="3044952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Bring in ready agents or Cowork as the job grows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3703320"/>
            <a:ext cx="25603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6D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3703320"/>
            <a:ext cx="64008" cy="868680"/>
          </a:xfrm>
          <a:prstGeom prst="rect">
            <a:avLst/>
          </a:prstGeom>
          <a:solidFill>
            <a:srgbClr val="3E8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381304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1B1B2C"/>
                </a:solidFill>
                <a:latin typeface="Segoe UI"/>
              </a:rPr>
              <a:t>Stay in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4142231"/>
            <a:ext cx="2286000" cy="3657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5F667C"/>
                </a:solidFill>
                <a:latin typeface="Segoe UI"/>
              </a:rPr>
              <a:t>Keep approvals clear when actions are involved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